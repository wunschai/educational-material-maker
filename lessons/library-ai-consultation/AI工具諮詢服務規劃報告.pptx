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各位長官好，以下向您報告圖書館 AI 諮詢服務的試辦提案。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校內 AI 應用需求成長，但缺乏正式支援管道。本計畫三大目標：建立諮詢窗口、整合教練網絡、累積案例作為制度化基礎。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服務採預約制五步驟流程。核心原則是「教你釣魚，不幫你釣魚」，圖書館扮演分類與媒合的平台角色。不提供 AI 工具是考量預算、管理與責任歸屬。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預期效益包含三面向：對使用者、對圖書館、對制度化基礎。下一階段著手招募教練、建置預約平台、規劃參與誘因。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以上為本計畫的核心內容，敬請各位長官指教，謝謝。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圖書館 AI 諮詢服務試辦計畫</dc:title>
  <dc:subject>PptxGenJS Presentation</dc:subject>
  <dc:creator>Created by Marp</dc:creator>
  <cp:lastModifiedBy>Created by Marp</cp:lastModifiedBy>
  <cp:revision>1</cp:revision>
  <dcterms:created xsi:type="dcterms:W3CDTF">2026-04-14T04:07:01Z</dcterms:created>
  <dcterms:modified xsi:type="dcterms:W3CDTF">2026-04-14T04:07:01Z</dcterms:modified>
</cp:coreProperties>
</file>